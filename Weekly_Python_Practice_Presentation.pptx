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2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48330C-8AD9-4403-96A2-C34C7B6CC3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B5A0F84-1DD1-4FDE-8CCE-B876B64396CA}">
      <dgm:prSet/>
      <dgm:spPr/>
      <dgm:t>
        <a:bodyPr/>
        <a:lstStyle/>
        <a:p>
          <a:pPr>
            <a:defRPr cap="all"/>
          </a:pPr>
          <a:r>
            <a:rPr lang="en-US"/>
            <a:t>Wrote a small program with a logical bug.</a:t>
          </a:r>
        </a:p>
      </dgm:t>
    </dgm:pt>
    <dgm:pt modelId="{21088C73-E576-4388-A63C-B047FAB8AE09}" type="parTrans" cxnId="{78B67B71-7010-4068-84A4-EB36827CCB72}">
      <dgm:prSet/>
      <dgm:spPr/>
      <dgm:t>
        <a:bodyPr/>
        <a:lstStyle/>
        <a:p>
          <a:endParaRPr lang="en-US"/>
        </a:p>
      </dgm:t>
    </dgm:pt>
    <dgm:pt modelId="{68CA41BB-1CA2-4960-91C4-99749222F714}" type="sibTrans" cxnId="{78B67B71-7010-4068-84A4-EB36827CCB72}">
      <dgm:prSet/>
      <dgm:spPr/>
      <dgm:t>
        <a:bodyPr/>
        <a:lstStyle/>
        <a:p>
          <a:endParaRPr lang="en-US"/>
        </a:p>
      </dgm:t>
    </dgm:pt>
    <dgm:pt modelId="{C611DF80-A3E7-4C82-B1D4-B919EE79644B}">
      <dgm:prSet/>
      <dgm:spPr/>
      <dgm:t>
        <a:bodyPr/>
        <a:lstStyle/>
        <a:p>
          <a:pPr>
            <a:defRPr cap="all"/>
          </a:pPr>
          <a:r>
            <a:rPr lang="en-US"/>
            <a:t>Used debugger to inspect variables and step through code.</a:t>
          </a:r>
        </a:p>
      </dgm:t>
    </dgm:pt>
    <dgm:pt modelId="{17590892-C3F4-4D52-B253-E5E535FFBC06}" type="parTrans" cxnId="{8AB9086D-466F-47F7-B720-682D6AEC824E}">
      <dgm:prSet/>
      <dgm:spPr/>
      <dgm:t>
        <a:bodyPr/>
        <a:lstStyle/>
        <a:p>
          <a:endParaRPr lang="en-US"/>
        </a:p>
      </dgm:t>
    </dgm:pt>
    <dgm:pt modelId="{BCF0ABC7-7387-417F-B220-8395E44D50BE}" type="sibTrans" cxnId="{8AB9086D-466F-47F7-B720-682D6AEC824E}">
      <dgm:prSet/>
      <dgm:spPr/>
      <dgm:t>
        <a:bodyPr/>
        <a:lstStyle/>
        <a:p>
          <a:endParaRPr lang="en-US"/>
        </a:p>
      </dgm:t>
    </dgm:pt>
    <dgm:pt modelId="{E8B7875D-BE6A-4C10-B844-ED1762B9BB37}">
      <dgm:prSet/>
      <dgm:spPr/>
      <dgm:t>
        <a:bodyPr/>
        <a:lstStyle/>
        <a:p>
          <a:pPr>
            <a:defRPr cap="all"/>
          </a:pPr>
          <a:r>
            <a:rPr lang="en-US"/>
            <a:t>Learned to identify and fix logical issues efficiently.</a:t>
          </a:r>
        </a:p>
      </dgm:t>
    </dgm:pt>
    <dgm:pt modelId="{AFACC73A-DC09-4F15-816B-2F88CD3CE810}" type="parTrans" cxnId="{F03E2DA8-23CB-48BF-8B49-16F4B813665A}">
      <dgm:prSet/>
      <dgm:spPr/>
      <dgm:t>
        <a:bodyPr/>
        <a:lstStyle/>
        <a:p>
          <a:endParaRPr lang="en-US"/>
        </a:p>
      </dgm:t>
    </dgm:pt>
    <dgm:pt modelId="{1E2E94E6-CCC4-49E5-8CE9-0D78CFB7321C}" type="sibTrans" cxnId="{F03E2DA8-23CB-48BF-8B49-16F4B813665A}">
      <dgm:prSet/>
      <dgm:spPr/>
      <dgm:t>
        <a:bodyPr/>
        <a:lstStyle/>
        <a:p>
          <a:endParaRPr lang="en-US"/>
        </a:p>
      </dgm:t>
    </dgm:pt>
    <dgm:pt modelId="{EBFDEC53-6B1B-4C98-BAA3-A88709A06830}" type="pres">
      <dgm:prSet presAssocID="{2048330C-8AD9-4403-96A2-C34C7B6CC3B1}" presName="root" presStyleCnt="0">
        <dgm:presLayoutVars>
          <dgm:dir/>
          <dgm:resizeHandles val="exact"/>
        </dgm:presLayoutVars>
      </dgm:prSet>
      <dgm:spPr/>
    </dgm:pt>
    <dgm:pt modelId="{161C1C21-3C61-4BF7-90CF-B9B9E853372B}" type="pres">
      <dgm:prSet presAssocID="{9B5A0F84-1DD1-4FDE-8CCE-B876B64396CA}" presName="compNode" presStyleCnt="0"/>
      <dgm:spPr/>
    </dgm:pt>
    <dgm:pt modelId="{84240417-FA70-4E8F-BEF4-21A4D35B3652}" type="pres">
      <dgm:prSet presAssocID="{9B5A0F84-1DD1-4FDE-8CCE-B876B64396CA}" presName="iconBgRect" presStyleLbl="bgShp" presStyleIdx="0" presStyleCnt="3"/>
      <dgm:spPr/>
    </dgm:pt>
    <dgm:pt modelId="{E7E155AB-0B2A-4F33-8EE7-0E12545A0D68}" type="pres">
      <dgm:prSet presAssocID="{9B5A0F84-1DD1-4FDE-8CCE-B876B64396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EEDEF936-4810-498B-89BD-E72F7F8E3E9E}" type="pres">
      <dgm:prSet presAssocID="{9B5A0F84-1DD1-4FDE-8CCE-B876B64396CA}" presName="spaceRect" presStyleCnt="0"/>
      <dgm:spPr/>
    </dgm:pt>
    <dgm:pt modelId="{E669ED2D-A154-4334-88B6-C92D50AFDB5B}" type="pres">
      <dgm:prSet presAssocID="{9B5A0F84-1DD1-4FDE-8CCE-B876B64396CA}" presName="textRect" presStyleLbl="revTx" presStyleIdx="0" presStyleCnt="3">
        <dgm:presLayoutVars>
          <dgm:chMax val="1"/>
          <dgm:chPref val="1"/>
        </dgm:presLayoutVars>
      </dgm:prSet>
      <dgm:spPr/>
    </dgm:pt>
    <dgm:pt modelId="{9A0A6480-C44F-4006-A6A5-B574DA6F089F}" type="pres">
      <dgm:prSet presAssocID="{68CA41BB-1CA2-4960-91C4-99749222F714}" presName="sibTrans" presStyleCnt="0"/>
      <dgm:spPr/>
    </dgm:pt>
    <dgm:pt modelId="{B626F815-DED7-4E0B-9998-F7B7FCBE8B8C}" type="pres">
      <dgm:prSet presAssocID="{C611DF80-A3E7-4C82-B1D4-B919EE79644B}" presName="compNode" presStyleCnt="0"/>
      <dgm:spPr/>
    </dgm:pt>
    <dgm:pt modelId="{06F73715-B186-4712-8E98-5D99E071341B}" type="pres">
      <dgm:prSet presAssocID="{C611DF80-A3E7-4C82-B1D4-B919EE79644B}" presName="iconBgRect" presStyleLbl="bgShp" presStyleIdx="1" presStyleCnt="3"/>
      <dgm:spPr/>
    </dgm:pt>
    <dgm:pt modelId="{3979E0B4-BF1E-4272-9EC3-4E1412B38098}" type="pres">
      <dgm:prSet presAssocID="{C611DF80-A3E7-4C82-B1D4-B919EE79644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CFA4B13-9937-45A4-9582-FEBC7D1540F9}" type="pres">
      <dgm:prSet presAssocID="{C611DF80-A3E7-4C82-B1D4-B919EE79644B}" presName="spaceRect" presStyleCnt="0"/>
      <dgm:spPr/>
    </dgm:pt>
    <dgm:pt modelId="{5A86E800-8604-4636-9406-3FC49E3068F6}" type="pres">
      <dgm:prSet presAssocID="{C611DF80-A3E7-4C82-B1D4-B919EE79644B}" presName="textRect" presStyleLbl="revTx" presStyleIdx="1" presStyleCnt="3">
        <dgm:presLayoutVars>
          <dgm:chMax val="1"/>
          <dgm:chPref val="1"/>
        </dgm:presLayoutVars>
      </dgm:prSet>
      <dgm:spPr/>
    </dgm:pt>
    <dgm:pt modelId="{772EDBC0-D2F5-496F-9D21-6302C9DB5323}" type="pres">
      <dgm:prSet presAssocID="{BCF0ABC7-7387-417F-B220-8395E44D50BE}" presName="sibTrans" presStyleCnt="0"/>
      <dgm:spPr/>
    </dgm:pt>
    <dgm:pt modelId="{068C9DDA-4460-470D-AA3F-DA7E29C67D85}" type="pres">
      <dgm:prSet presAssocID="{E8B7875D-BE6A-4C10-B844-ED1762B9BB37}" presName="compNode" presStyleCnt="0"/>
      <dgm:spPr/>
    </dgm:pt>
    <dgm:pt modelId="{78F24662-2314-4466-85B4-18232D34731D}" type="pres">
      <dgm:prSet presAssocID="{E8B7875D-BE6A-4C10-B844-ED1762B9BB37}" presName="iconBgRect" presStyleLbl="bgShp" presStyleIdx="2" presStyleCnt="3"/>
      <dgm:spPr/>
    </dgm:pt>
    <dgm:pt modelId="{306C2F42-BC31-4C43-A856-05CED170F352}" type="pres">
      <dgm:prSet presAssocID="{E8B7875D-BE6A-4C10-B844-ED1762B9BB3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61F4D77-A172-4715-B6F7-FE91055CEEC5}" type="pres">
      <dgm:prSet presAssocID="{E8B7875D-BE6A-4C10-B844-ED1762B9BB37}" presName="spaceRect" presStyleCnt="0"/>
      <dgm:spPr/>
    </dgm:pt>
    <dgm:pt modelId="{9448E781-F187-4C0F-B915-6F37F4C73E68}" type="pres">
      <dgm:prSet presAssocID="{E8B7875D-BE6A-4C10-B844-ED1762B9BB3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ADFE739-3A59-4F1D-8859-1FD475020ECE}" type="presOf" srcId="{C611DF80-A3E7-4C82-B1D4-B919EE79644B}" destId="{5A86E800-8604-4636-9406-3FC49E3068F6}" srcOrd="0" destOrd="0" presId="urn:microsoft.com/office/officeart/2018/5/layout/IconCircleLabelList"/>
    <dgm:cxn modelId="{8AB9086D-466F-47F7-B720-682D6AEC824E}" srcId="{2048330C-8AD9-4403-96A2-C34C7B6CC3B1}" destId="{C611DF80-A3E7-4C82-B1D4-B919EE79644B}" srcOrd="1" destOrd="0" parTransId="{17590892-C3F4-4D52-B253-E5E535FFBC06}" sibTransId="{BCF0ABC7-7387-417F-B220-8395E44D50BE}"/>
    <dgm:cxn modelId="{78B67B71-7010-4068-84A4-EB36827CCB72}" srcId="{2048330C-8AD9-4403-96A2-C34C7B6CC3B1}" destId="{9B5A0F84-1DD1-4FDE-8CCE-B876B64396CA}" srcOrd="0" destOrd="0" parTransId="{21088C73-E576-4388-A63C-B047FAB8AE09}" sibTransId="{68CA41BB-1CA2-4960-91C4-99749222F714}"/>
    <dgm:cxn modelId="{C54FA485-8AB1-4652-B254-E5AC2B021960}" type="presOf" srcId="{2048330C-8AD9-4403-96A2-C34C7B6CC3B1}" destId="{EBFDEC53-6B1B-4C98-BAA3-A88709A06830}" srcOrd="0" destOrd="0" presId="urn:microsoft.com/office/officeart/2018/5/layout/IconCircleLabelList"/>
    <dgm:cxn modelId="{F03E2DA8-23CB-48BF-8B49-16F4B813665A}" srcId="{2048330C-8AD9-4403-96A2-C34C7B6CC3B1}" destId="{E8B7875D-BE6A-4C10-B844-ED1762B9BB37}" srcOrd="2" destOrd="0" parTransId="{AFACC73A-DC09-4F15-816B-2F88CD3CE810}" sibTransId="{1E2E94E6-CCC4-49E5-8CE9-0D78CFB7321C}"/>
    <dgm:cxn modelId="{4C1A1BA9-BC2C-47B4-A4C4-C8535CB0D01B}" type="presOf" srcId="{E8B7875D-BE6A-4C10-B844-ED1762B9BB37}" destId="{9448E781-F187-4C0F-B915-6F37F4C73E68}" srcOrd="0" destOrd="0" presId="urn:microsoft.com/office/officeart/2018/5/layout/IconCircleLabelList"/>
    <dgm:cxn modelId="{0C3D4AFA-7787-4659-8E7C-01758E558408}" type="presOf" srcId="{9B5A0F84-1DD1-4FDE-8CCE-B876B64396CA}" destId="{E669ED2D-A154-4334-88B6-C92D50AFDB5B}" srcOrd="0" destOrd="0" presId="urn:microsoft.com/office/officeart/2018/5/layout/IconCircleLabelList"/>
    <dgm:cxn modelId="{CCED5EE7-6D20-47B8-B68B-A9B18DECFDDB}" type="presParOf" srcId="{EBFDEC53-6B1B-4C98-BAA3-A88709A06830}" destId="{161C1C21-3C61-4BF7-90CF-B9B9E853372B}" srcOrd="0" destOrd="0" presId="urn:microsoft.com/office/officeart/2018/5/layout/IconCircleLabelList"/>
    <dgm:cxn modelId="{3EAB9602-0573-4F50-92D3-8AD00884FF9E}" type="presParOf" srcId="{161C1C21-3C61-4BF7-90CF-B9B9E853372B}" destId="{84240417-FA70-4E8F-BEF4-21A4D35B3652}" srcOrd="0" destOrd="0" presId="urn:microsoft.com/office/officeart/2018/5/layout/IconCircleLabelList"/>
    <dgm:cxn modelId="{70BCD8EB-5E4B-4771-A4AA-23EEC9BFDC70}" type="presParOf" srcId="{161C1C21-3C61-4BF7-90CF-B9B9E853372B}" destId="{E7E155AB-0B2A-4F33-8EE7-0E12545A0D68}" srcOrd="1" destOrd="0" presId="urn:microsoft.com/office/officeart/2018/5/layout/IconCircleLabelList"/>
    <dgm:cxn modelId="{21990357-9F2F-4A0A-86D9-D17DBAC4C4BB}" type="presParOf" srcId="{161C1C21-3C61-4BF7-90CF-B9B9E853372B}" destId="{EEDEF936-4810-498B-89BD-E72F7F8E3E9E}" srcOrd="2" destOrd="0" presId="urn:microsoft.com/office/officeart/2018/5/layout/IconCircleLabelList"/>
    <dgm:cxn modelId="{D1C04243-82FC-4F07-B41A-9BF6CCFEF870}" type="presParOf" srcId="{161C1C21-3C61-4BF7-90CF-B9B9E853372B}" destId="{E669ED2D-A154-4334-88B6-C92D50AFDB5B}" srcOrd="3" destOrd="0" presId="urn:microsoft.com/office/officeart/2018/5/layout/IconCircleLabelList"/>
    <dgm:cxn modelId="{38E80C42-268B-49F4-8792-770B9DC03CEC}" type="presParOf" srcId="{EBFDEC53-6B1B-4C98-BAA3-A88709A06830}" destId="{9A0A6480-C44F-4006-A6A5-B574DA6F089F}" srcOrd="1" destOrd="0" presId="urn:microsoft.com/office/officeart/2018/5/layout/IconCircleLabelList"/>
    <dgm:cxn modelId="{06515436-5E5C-42F8-A080-C61F7B19D43B}" type="presParOf" srcId="{EBFDEC53-6B1B-4C98-BAA3-A88709A06830}" destId="{B626F815-DED7-4E0B-9998-F7B7FCBE8B8C}" srcOrd="2" destOrd="0" presId="urn:microsoft.com/office/officeart/2018/5/layout/IconCircleLabelList"/>
    <dgm:cxn modelId="{3E9BE978-F49B-4907-A0B7-1F83CF0ED48C}" type="presParOf" srcId="{B626F815-DED7-4E0B-9998-F7B7FCBE8B8C}" destId="{06F73715-B186-4712-8E98-5D99E071341B}" srcOrd="0" destOrd="0" presId="urn:microsoft.com/office/officeart/2018/5/layout/IconCircleLabelList"/>
    <dgm:cxn modelId="{DECEEA68-D1E9-40FF-B0C9-F61C4541B3AD}" type="presParOf" srcId="{B626F815-DED7-4E0B-9998-F7B7FCBE8B8C}" destId="{3979E0B4-BF1E-4272-9EC3-4E1412B38098}" srcOrd="1" destOrd="0" presId="urn:microsoft.com/office/officeart/2018/5/layout/IconCircleLabelList"/>
    <dgm:cxn modelId="{64107C8E-CDC2-4922-BA69-3C483C4C4EA9}" type="presParOf" srcId="{B626F815-DED7-4E0B-9998-F7B7FCBE8B8C}" destId="{ACFA4B13-9937-45A4-9582-FEBC7D1540F9}" srcOrd="2" destOrd="0" presId="urn:microsoft.com/office/officeart/2018/5/layout/IconCircleLabelList"/>
    <dgm:cxn modelId="{C98A592B-1B9F-49F0-952C-96845E8614CC}" type="presParOf" srcId="{B626F815-DED7-4E0B-9998-F7B7FCBE8B8C}" destId="{5A86E800-8604-4636-9406-3FC49E3068F6}" srcOrd="3" destOrd="0" presId="urn:microsoft.com/office/officeart/2018/5/layout/IconCircleLabelList"/>
    <dgm:cxn modelId="{78883A3C-1F43-48FC-BBA0-D09DB9DEEA84}" type="presParOf" srcId="{EBFDEC53-6B1B-4C98-BAA3-A88709A06830}" destId="{772EDBC0-D2F5-496F-9D21-6302C9DB5323}" srcOrd="3" destOrd="0" presId="urn:microsoft.com/office/officeart/2018/5/layout/IconCircleLabelList"/>
    <dgm:cxn modelId="{7A8AC902-C2E9-4F32-ACA3-69C332DED367}" type="presParOf" srcId="{EBFDEC53-6B1B-4C98-BAA3-A88709A06830}" destId="{068C9DDA-4460-470D-AA3F-DA7E29C67D85}" srcOrd="4" destOrd="0" presId="urn:microsoft.com/office/officeart/2018/5/layout/IconCircleLabelList"/>
    <dgm:cxn modelId="{73878A59-CA4B-4D0C-BF87-949682836E63}" type="presParOf" srcId="{068C9DDA-4460-470D-AA3F-DA7E29C67D85}" destId="{78F24662-2314-4466-85B4-18232D34731D}" srcOrd="0" destOrd="0" presId="urn:microsoft.com/office/officeart/2018/5/layout/IconCircleLabelList"/>
    <dgm:cxn modelId="{0AF6B5BD-B1AC-4C34-80B8-319C94D9D02F}" type="presParOf" srcId="{068C9DDA-4460-470D-AA3F-DA7E29C67D85}" destId="{306C2F42-BC31-4C43-A856-05CED170F352}" srcOrd="1" destOrd="0" presId="urn:microsoft.com/office/officeart/2018/5/layout/IconCircleLabelList"/>
    <dgm:cxn modelId="{35D57528-BF73-4909-940F-5C959C02955B}" type="presParOf" srcId="{068C9DDA-4460-470D-AA3F-DA7E29C67D85}" destId="{A61F4D77-A172-4715-B6F7-FE91055CEEC5}" srcOrd="2" destOrd="0" presId="urn:microsoft.com/office/officeart/2018/5/layout/IconCircleLabelList"/>
    <dgm:cxn modelId="{B2041301-7AD6-4C47-BDC4-F0919E0DBB82}" type="presParOf" srcId="{068C9DDA-4460-470D-AA3F-DA7E29C67D85}" destId="{9448E781-F187-4C0F-B915-6F37F4C73E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56F40-23CC-4495-BFBA-E275426806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1D3E26-45D8-49FB-9420-4DECF2262F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Practiced variables, loops, functions, and lists.</a:t>
          </a:r>
        </a:p>
      </dgm:t>
    </dgm:pt>
    <dgm:pt modelId="{AE6C2DCA-E0C7-4149-ABCE-702E41B3DEF3}" type="parTrans" cxnId="{1A4CED08-7AA4-4439-9719-4C25991C945B}">
      <dgm:prSet/>
      <dgm:spPr/>
      <dgm:t>
        <a:bodyPr/>
        <a:lstStyle/>
        <a:p>
          <a:endParaRPr lang="en-US"/>
        </a:p>
      </dgm:t>
    </dgm:pt>
    <dgm:pt modelId="{3B7F5657-0340-45C2-B727-C6C1187B7BDB}" type="sibTrans" cxnId="{1A4CED08-7AA4-4439-9719-4C25991C945B}">
      <dgm:prSet/>
      <dgm:spPr/>
      <dgm:t>
        <a:bodyPr/>
        <a:lstStyle/>
        <a:p>
          <a:endParaRPr lang="en-US"/>
        </a:p>
      </dgm:t>
    </dgm:pt>
    <dgm:pt modelId="{C3D9B3B1-06DC-450A-9F27-FE499602C7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Created simple calculator and grade tracker.</a:t>
          </a:r>
        </a:p>
      </dgm:t>
    </dgm:pt>
    <dgm:pt modelId="{BD7611F8-1BA1-477E-A90D-5A2E81138319}" type="parTrans" cxnId="{4FFFC203-BDE4-4C74-B3C6-EBA7A2DECEB6}">
      <dgm:prSet/>
      <dgm:spPr/>
      <dgm:t>
        <a:bodyPr/>
        <a:lstStyle/>
        <a:p>
          <a:endParaRPr lang="en-US"/>
        </a:p>
      </dgm:t>
    </dgm:pt>
    <dgm:pt modelId="{F389BCD8-1B96-4A42-886D-8451F232A268}" type="sibTrans" cxnId="{4FFFC203-BDE4-4C74-B3C6-EBA7A2DECEB6}">
      <dgm:prSet/>
      <dgm:spPr/>
      <dgm:t>
        <a:bodyPr/>
        <a:lstStyle/>
        <a:p>
          <a:endParaRPr lang="en-US"/>
        </a:p>
      </dgm:t>
    </dgm:pt>
    <dgm:pt modelId="{B448495F-07B1-4849-A6B2-0433753D20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Strengthened understanding of Python syntax and control flow.</a:t>
          </a:r>
        </a:p>
      </dgm:t>
    </dgm:pt>
    <dgm:pt modelId="{2362CD66-6069-46D4-9B9B-31F9218A8D91}" type="parTrans" cxnId="{E018BA10-5098-4E6E-86EB-4DCBCB5A2BF8}">
      <dgm:prSet/>
      <dgm:spPr/>
      <dgm:t>
        <a:bodyPr/>
        <a:lstStyle/>
        <a:p>
          <a:endParaRPr lang="en-US"/>
        </a:p>
      </dgm:t>
    </dgm:pt>
    <dgm:pt modelId="{C2E17095-CC28-482A-B628-E1542437CD1B}" type="sibTrans" cxnId="{E018BA10-5098-4E6E-86EB-4DCBCB5A2BF8}">
      <dgm:prSet/>
      <dgm:spPr/>
      <dgm:t>
        <a:bodyPr/>
        <a:lstStyle/>
        <a:p>
          <a:endParaRPr lang="en-US"/>
        </a:p>
      </dgm:t>
    </dgm:pt>
    <dgm:pt modelId="{FBCB7FC3-64B4-42F8-8372-5DF1884307A7}" type="pres">
      <dgm:prSet presAssocID="{2E556F40-23CC-4495-BFBA-E27542680611}" presName="root" presStyleCnt="0">
        <dgm:presLayoutVars>
          <dgm:dir/>
          <dgm:resizeHandles val="exact"/>
        </dgm:presLayoutVars>
      </dgm:prSet>
      <dgm:spPr/>
    </dgm:pt>
    <dgm:pt modelId="{97952972-1429-4DC4-8913-10AC3F814534}" type="pres">
      <dgm:prSet presAssocID="{FE1D3E26-45D8-49FB-9420-4DECF2262F43}" presName="compNode" presStyleCnt="0"/>
      <dgm:spPr/>
    </dgm:pt>
    <dgm:pt modelId="{D12E5E4B-8026-44FD-BF70-A12508A24283}" type="pres">
      <dgm:prSet presAssocID="{FE1D3E26-45D8-49FB-9420-4DECF2262F43}" presName="bgRect" presStyleLbl="bgShp" presStyleIdx="0" presStyleCnt="3"/>
      <dgm:spPr/>
    </dgm:pt>
    <dgm:pt modelId="{C367BFA9-F088-4F6F-BAF2-20918DD4BF97}" type="pres">
      <dgm:prSet presAssocID="{FE1D3E26-45D8-49FB-9420-4DECF2262F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5B08E16A-EC82-41D3-9948-1D7B26B868E6}" type="pres">
      <dgm:prSet presAssocID="{FE1D3E26-45D8-49FB-9420-4DECF2262F43}" presName="spaceRect" presStyleCnt="0"/>
      <dgm:spPr/>
    </dgm:pt>
    <dgm:pt modelId="{80593238-A644-4E7D-8923-9A7F80D6CBD8}" type="pres">
      <dgm:prSet presAssocID="{FE1D3E26-45D8-49FB-9420-4DECF2262F43}" presName="parTx" presStyleLbl="revTx" presStyleIdx="0" presStyleCnt="3">
        <dgm:presLayoutVars>
          <dgm:chMax val="0"/>
          <dgm:chPref val="0"/>
        </dgm:presLayoutVars>
      </dgm:prSet>
      <dgm:spPr/>
    </dgm:pt>
    <dgm:pt modelId="{E91805CA-EB74-4428-98AB-C5F5D397E62F}" type="pres">
      <dgm:prSet presAssocID="{3B7F5657-0340-45C2-B727-C6C1187B7BDB}" presName="sibTrans" presStyleCnt="0"/>
      <dgm:spPr/>
    </dgm:pt>
    <dgm:pt modelId="{B2BE5589-3605-46AE-8CF0-1808CDBFFE03}" type="pres">
      <dgm:prSet presAssocID="{C3D9B3B1-06DC-450A-9F27-FE499602C7D3}" presName="compNode" presStyleCnt="0"/>
      <dgm:spPr/>
    </dgm:pt>
    <dgm:pt modelId="{1C9B7306-BFA2-4815-8883-633C2DAC0C9D}" type="pres">
      <dgm:prSet presAssocID="{C3D9B3B1-06DC-450A-9F27-FE499602C7D3}" presName="bgRect" presStyleLbl="bgShp" presStyleIdx="1" presStyleCnt="3"/>
      <dgm:spPr/>
    </dgm:pt>
    <dgm:pt modelId="{821E10D6-543B-4F9A-B314-ACCD0959940A}" type="pres">
      <dgm:prSet presAssocID="{C3D9B3B1-06DC-450A-9F27-FE499602C7D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A418383F-55E8-4FC9-98AC-595388DE85A0}" type="pres">
      <dgm:prSet presAssocID="{C3D9B3B1-06DC-450A-9F27-FE499602C7D3}" presName="spaceRect" presStyleCnt="0"/>
      <dgm:spPr/>
    </dgm:pt>
    <dgm:pt modelId="{489C0D10-D55C-402E-82D1-982817AEBF54}" type="pres">
      <dgm:prSet presAssocID="{C3D9B3B1-06DC-450A-9F27-FE499602C7D3}" presName="parTx" presStyleLbl="revTx" presStyleIdx="1" presStyleCnt="3">
        <dgm:presLayoutVars>
          <dgm:chMax val="0"/>
          <dgm:chPref val="0"/>
        </dgm:presLayoutVars>
      </dgm:prSet>
      <dgm:spPr/>
    </dgm:pt>
    <dgm:pt modelId="{426B5192-AE99-4F50-92AE-D5E4D83667F6}" type="pres">
      <dgm:prSet presAssocID="{F389BCD8-1B96-4A42-886D-8451F232A268}" presName="sibTrans" presStyleCnt="0"/>
      <dgm:spPr/>
    </dgm:pt>
    <dgm:pt modelId="{40799254-218E-4443-97BB-02B5EE9E28ED}" type="pres">
      <dgm:prSet presAssocID="{B448495F-07B1-4849-A6B2-0433753D20D0}" presName="compNode" presStyleCnt="0"/>
      <dgm:spPr/>
    </dgm:pt>
    <dgm:pt modelId="{A75BFEA0-8000-4739-A3E7-2D49A9FA6273}" type="pres">
      <dgm:prSet presAssocID="{B448495F-07B1-4849-A6B2-0433753D20D0}" presName="bgRect" presStyleLbl="bgShp" presStyleIdx="2" presStyleCnt="3"/>
      <dgm:spPr/>
    </dgm:pt>
    <dgm:pt modelId="{96BAE5B1-5109-4810-B47E-0A938F3B99AD}" type="pres">
      <dgm:prSet presAssocID="{B448495F-07B1-4849-A6B2-0433753D20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F9BE9BD-90E1-4514-862A-7B4C581E2D78}" type="pres">
      <dgm:prSet presAssocID="{B448495F-07B1-4849-A6B2-0433753D20D0}" presName="spaceRect" presStyleCnt="0"/>
      <dgm:spPr/>
    </dgm:pt>
    <dgm:pt modelId="{9CCE3D21-19D4-4D7E-965C-2DDCD4FAE80C}" type="pres">
      <dgm:prSet presAssocID="{B448495F-07B1-4849-A6B2-0433753D20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FFFC203-BDE4-4C74-B3C6-EBA7A2DECEB6}" srcId="{2E556F40-23CC-4495-BFBA-E27542680611}" destId="{C3D9B3B1-06DC-450A-9F27-FE499602C7D3}" srcOrd="1" destOrd="0" parTransId="{BD7611F8-1BA1-477E-A90D-5A2E81138319}" sibTransId="{F389BCD8-1B96-4A42-886D-8451F232A268}"/>
    <dgm:cxn modelId="{1A4CED08-7AA4-4439-9719-4C25991C945B}" srcId="{2E556F40-23CC-4495-BFBA-E27542680611}" destId="{FE1D3E26-45D8-49FB-9420-4DECF2262F43}" srcOrd="0" destOrd="0" parTransId="{AE6C2DCA-E0C7-4149-ABCE-702E41B3DEF3}" sibTransId="{3B7F5657-0340-45C2-B727-C6C1187B7BDB}"/>
    <dgm:cxn modelId="{E018BA10-5098-4E6E-86EB-4DCBCB5A2BF8}" srcId="{2E556F40-23CC-4495-BFBA-E27542680611}" destId="{B448495F-07B1-4849-A6B2-0433753D20D0}" srcOrd="2" destOrd="0" parTransId="{2362CD66-6069-46D4-9B9B-31F9218A8D91}" sibTransId="{C2E17095-CC28-482A-B628-E1542437CD1B}"/>
    <dgm:cxn modelId="{CDFE0569-AB7E-4419-8DDE-D69AB1BAB99F}" type="presOf" srcId="{2E556F40-23CC-4495-BFBA-E27542680611}" destId="{FBCB7FC3-64B4-42F8-8372-5DF1884307A7}" srcOrd="0" destOrd="0" presId="urn:microsoft.com/office/officeart/2018/2/layout/IconVerticalSolidList"/>
    <dgm:cxn modelId="{6402246D-9753-4CC8-AEE2-1C28318D876E}" type="presOf" srcId="{B448495F-07B1-4849-A6B2-0433753D20D0}" destId="{9CCE3D21-19D4-4D7E-965C-2DDCD4FAE80C}" srcOrd="0" destOrd="0" presId="urn:microsoft.com/office/officeart/2018/2/layout/IconVerticalSolidList"/>
    <dgm:cxn modelId="{5101E371-B566-4DE6-A767-5EC808ED66C1}" type="presOf" srcId="{C3D9B3B1-06DC-450A-9F27-FE499602C7D3}" destId="{489C0D10-D55C-402E-82D1-982817AEBF54}" srcOrd="0" destOrd="0" presId="urn:microsoft.com/office/officeart/2018/2/layout/IconVerticalSolidList"/>
    <dgm:cxn modelId="{5EFC0D84-0278-4ED5-8AB2-2E60682E0CC1}" type="presOf" srcId="{FE1D3E26-45D8-49FB-9420-4DECF2262F43}" destId="{80593238-A644-4E7D-8923-9A7F80D6CBD8}" srcOrd="0" destOrd="0" presId="urn:microsoft.com/office/officeart/2018/2/layout/IconVerticalSolidList"/>
    <dgm:cxn modelId="{0C9C01DD-6156-41B2-9B7F-22F62DD873A7}" type="presParOf" srcId="{FBCB7FC3-64B4-42F8-8372-5DF1884307A7}" destId="{97952972-1429-4DC4-8913-10AC3F814534}" srcOrd="0" destOrd="0" presId="urn:microsoft.com/office/officeart/2018/2/layout/IconVerticalSolidList"/>
    <dgm:cxn modelId="{6A5073CC-BF4D-4489-822F-1F235908C92B}" type="presParOf" srcId="{97952972-1429-4DC4-8913-10AC3F814534}" destId="{D12E5E4B-8026-44FD-BF70-A12508A24283}" srcOrd="0" destOrd="0" presId="urn:microsoft.com/office/officeart/2018/2/layout/IconVerticalSolidList"/>
    <dgm:cxn modelId="{98ED2E35-734D-4C67-9C02-ED0D9B3B2109}" type="presParOf" srcId="{97952972-1429-4DC4-8913-10AC3F814534}" destId="{C367BFA9-F088-4F6F-BAF2-20918DD4BF97}" srcOrd="1" destOrd="0" presId="urn:microsoft.com/office/officeart/2018/2/layout/IconVerticalSolidList"/>
    <dgm:cxn modelId="{953B2F29-8137-41D7-85F6-DF0EFD765420}" type="presParOf" srcId="{97952972-1429-4DC4-8913-10AC3F814534}" destId="{5B08E16A-EC82-41D3-9948-1D7B26B868E6}" srcOrd="2" destOrd="0" presId="urn:microsoft.com/office/officeart/2018/2/layout/IconVerticalSolidList"/>
    <dgm:cxn modelId="{957976C3-0A29-404B-B790-CCB1D7918F5A}" type="presParOf" srcId="{97952972-1429-4DC4-8913-10AC3F814534}" destId="{80593238-A644-4E7D-8923-9A7F80D6CBD8}" srcOrd="3" destOrd="0" presId="urn:microsoft.com/office/officeart/2018/2/layout/IconVerticalSolidList"/>
    <dgm:cxn modelId="{1D9B049E-1E83-4E74-9401-FE6A85F6CEF6}" type="presParOf" srcId="{FBCB7FC3-64B4-42F8-8372-5DF1884307A7}" destId="{E91805CA-EB74-4428-98AB-C5F5D397E62F}" srcOrd="1" destOrd="0" presId="urn:microsoft.com/office/officeart/2018/2/layout/IconVerticalSolidList"/>
    <dgm:cxn modelId="{CCADCB43-D3AE-4F8F-BFB5-1E0AAC0A34B4}" type="presParOf" srcId="{FBCB7FC3-64B4-42F8-8372-5DF1884307A7}" destId="{B2BE5589-3605-46AE-8CF0-1808CDBFFE03}" srcOrd="2" destOrd="0" presId="urn:microsoft.com/office/officeart/2018/2/layout/IconVerticalSolidList"/>
    <dgm:cxn modelId="{FBD59594-CA2C-48FC-87A1-B25E8BA18252}" type="presParOf" srcId="{B2BE5589-3605-46AE-8CF0-1808CDBFFE03}" destId="{1C9B7306-BFA2-4815-8883-633C2DAC0C9D}" srcOrd="0" destOrd="0" presId="urn:microsoft.com/office/officeart/2018/2/layout/IconVerticalSolidList"/>
    <dgm:cxn modelId="{041CE873-493B-4EA9-899F-BFCFF0BDF5E8}" type="presParOf" srcId="{B2BE5589-3605-46AE-8CF0-1808CDBFFE03}" destId="{821E10D6-543B-4F9A-B314-ACCD0959940A}" srcOrd="1" destOrd="0" presId="urn:microsoft.com/office/officeart/2018/2/layout/IconVerticalSolidList"/>
    <dgm:cxn modelId="{73F58157-A396-480A-9C1E-52B3FCA7369A}" type="presParOf" srcId="{B2BE5589-3605-46AE-8CF0-1808CDBFFE03}" destId="{A418383F-55E8-4FC9-98AC-595388DE85A0}" srcOrd="2" destOrd="0" presId="urn:microsoft.com/office/officeart/2018/2/layout/IconVerticalSolidList"/>
    <dgm:cxn modelId="{A50002D7-3CBE-4D42-9D3E-27FCFB7F9B5B}" type="presParOf" srcId="{B2BE5589-3605-46AE-8CF0-1808CDBFFE03}" destId="{489C0D10-D55C-402E-82D1-982817AEBF54}" srcOrd="3" destOrd="0" presId="urn:microsoft.com/office/officeart/2018/2/layout/IconVerticalSolidList"/>
    <dgm:cxn modelId="{5EB44795-7D7E-4564-8356-A0E4CE3F487F}" type="presParOf" srcId="{FBCB7FC3-64B4-42F8-8372-5DF1884307A7}" destId="{426B5192-AE99-4F50-92AE-D5E4D83667F6}" srcOrd="3" destOrd="0" presId="urn:microsoft.com/office/officeart/2018/2/layout/IconVerticalSolidList"/>
    <dgm:cxn modelId="{223DCF7B-93C0-46A8-A54D-16F3F96F4602}" type="presParOf" srcId="{FBCB7FC3-64B4-42F8-8372-5DF1884307A7}" destId="{40799254-218E-4443-97BB-02B5EE9E28ED}" srcOrd="4" destOrd="0" presId="urn:microsoft.com/office/officeart/2018/2/layout/IconVerticalSolidList"/>
    <dgm:cxn modelId="{838928CC-F4C7-4B10-A35B-F177D625B150}" type="presParOf" srcId="{40799254-218E-4443-97BB-02B5EE9E28ED}" destId="{A75BFEA0-8000-4739-A3E7-2D49A9FA6273}" srcOrd="0" destOrd="0" presId="urn:microsoft.com/office/officeart/2018/2/layout/IconVerticalSolidList"/>
    <dgm:cxn modelId="{45B8CB6F-B9A8-4268-AACA-54AB02FD5A22}" type="presParOf" srcId="{40799254-218E-4443-97BB-02B5EE9E28ED}" destId="{96BAE5B1-5109-4810-B47E-0A938F3B99AD}" srcOrd="1" destOrd="0" presId="urn:microsoft.com/office/officeart/2018/2/layout/IconVerticalSolidList"/>
    <dgm:cxn modelId="{E62A9C2C-4492-46B0-AE70-8604D0DB5FE3}" type="presParOf" srcId="{40799254-218E-4443-97BB-02B5EE9E28ED}" destId="{0F9BE9BD-90E1-4514-862A-7B4C581E2D78}" srcOrd="2" destOrd="0" presId="urn:microsoft.com/office/officeart/2018/2/layout/IconVerticalSolidList"/>
    <dgm:cxn modelId="{2F21A719-036E-4F07-9B6A-8B6EBA0D4EFD}" type="presParOf" srcId="{40799254-218E-4443-97BB-02B5EE9E28ED}" destId="{9CCE3D21-19D4-4D7E-965C-2DDCD4FAE8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40417-FA70-4E8F-BEF4-21A4D35B365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155AB-0B2A-4F33-8EE7-0E12545A0D6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9ED2D-A154-4334-88B6-C92D50AFDB5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Wrote a small program with a logical bug.</a:t>
          </a:r>
        </a:p>
      </dsp:txBody>
      <dsp:txXfrm>
        <a:off x="46529" y="2703902"/>
        <a:ext cx="2418750" cy="720000"/>
      </dsp:txXfrm>
    </dsp:sp>
    <dsp:sp modelId="{06F73715-B186-4712-8E98-5D99E071341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79E0B4-BF1E-4272-9EC3-4E1412B38098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6E800-8604-4636-9406-3FC49E3068F6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Used debugger to inspect variables and step through code.</a:t>
          </a:r>
        </a:p>
      </dsp:txBody>
      <dsp:txXfrm>
        <a:off x="2888560" y="2703902"/>
        <a:ext cx="2418750" cy="720000"/>
      </dsp:txXfrm>
    </dsp:sp>
    <dsp:sp modelId="{78F24662-2314-4466-85B4-18232D34731D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6C2F42-BC31-4C43-A856-05CED170F352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8E781-F187-4C0F-B915-6F37F4C73E68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Learned to identify and fix logical issues efficiently.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E5E4B-8026-44FD-BF70-A12508A24283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7BFA9-F088-4F6F-BAF2-20918DD4BF97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93238-A644-4E7D-8923-9A7F80D6CBD8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Practiced variables, loops, functions, and lists.</a:t>
          </a:r>
        </a:p>
      </dsp:txBody>
      <dsp:txXfrm>
        <a:off x="1493203" y="552"/>
        <a:ext cx="6736396" cy="1292816"/>
      </dsp:txXfrm>
    </dsp:sp>
    <dsp:sp modelId="{1C9B7306-BFA2-4815-8883-633C2DAC0C9D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E10D6-543B-4F9A-B314-ACCD0959940A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C0D10-D55C-402E-82D1-982817AEBF54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Created simple calculator and grade tracker.</a:t>
          </a:r>
        </a:p>
      </dsp:txBody>
      <dsp:txXfrm>
        <a:off x="1493203" y="1616573"/>
        <a:ext cx="6736396" cy="1292816"/>
      </dsp:txXfrm>
    </dsp:sp>
    <dsp:sp modelId="{A75BFEA0-8000-4739-A3E7-2D49A9FA6273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BAE5B1-5109-4810-B47E-0A938F3B99AD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CE3D21-19D4-4D7E-965C-2DDCD4FAE80C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Strengthened understanding of Python syntax and control flow.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03441" y="-1"/>
            <a:ext cx="5737117" cy="5728133"/>
            <a:chOff x="329184" y="1"/>
            <a:chExt cx="524256" cy="5728133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318045"/>
            <a:ext cx="8249304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174" y="3801738"/>
            <a:ext cx="7553652" cy="929750"/>
          </a:xfrm>
        </p:spPr>
        <p:txBody>
          <a:bodyPr anchor="b">
            <a:normAutofit/>
          </a:bodyPr>
          <a:lstStyle/>
          <a:p>
            <a:r>
              <a:rPr lang="de-DE" sz="4200"/>
              <a:t>Weekly Python Practice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5174" y="4861899"/>
            <a:ext cx="7553652" cy="448377"/>
          </a:xfrm>
        </p:spPr>
        <p:txBody>
          <a:bodyPr anchor="t">
            <a:normAutofit/>
          </a:bodyPr>
          <a:lstStyle/>
          <a:p>
            <a:r>
              <a:rPr lang="en-GB" sz="1700"/>
              <a:t>Debugging, Python Basics, NumPy &amp; Pandas, OOP, and Mini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B63359-026B-82B4-2347-F020FEC9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69" y="909425"/>
            <a:ext cx="2469592" cy="2469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A67CE-D261-EF69-57AD-F88A5AA50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969" y="1449648"/>
            <a:ext cx="2469593" cy="13891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2F135D-CFD8-E816-CC5D-58B0F52E6D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988" y="1499040"/>
            <a:ext cx="2469592" cy="12903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E6994-6A4B-7110-4839-DDBBCA705122}"/>
              </a:ext>
            </a:extLst>
          </p:cNvPr>
          <p:cNvSpPr txBox="1"/>
          <p:nvPr/>
        </p:nvSpPr>
        <p:spPr>
          <a:xfrm>
            <a:off x="1158240" y="6400800"/>
            <a:ext cx="4011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By: Musharaf Habib</a:t>
            </a:r>
            <a:endParaRPr lang="en-PK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de-DE" sz="3500">
                <a:solidFill>
                  <a:srgbClr val="FFFFFF"/>
                </a:solidFill>
              </a:rPr>
              <a:t>Debugging &amp; Configuration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E658F6-619A-8DC1-A0BD-010F68B4F7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84789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CC452B-1B41-F8E4-2ED7-C38498CB07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r>
              <a:rPr lang="de-DE" sz="3500"/>
              <a:t>NumPy &amp;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GB" sz="1700"/>
              <a:t> Loaded 'grades.csv' dataset using Pandas.</a:t>
            </a:r>
          </a:p>
          <a:p>
            <a:r>
              <a:rPr lang="en-GB" sz="1700"/>
              <a:t> Calculated averages, sorted, and filtered data.</a:t>
            </a:r>
          </a:p>
          <a:p>
            <a:r>
              <a:rPr lang="en-GB" sz="1700"/>
              <a:t>Learned structured data handling for real-world applications.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A0833C-0D1D-C64F-BAB6-F23BDFB3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31" y="1609344"/>
            <a:ext cx="3900767" cy="392582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3719703" cy="1642969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500"/>
              <a:t>Practical OOP (Functions &amp; Classes)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8"/>
            <a:ext cx="3719703" cy="3522569"/>
          </a:xfrm>
        </p:spPr>
        <p:txBody>
          <a:bodyPr anchor="t">
            <a:normAutofit/>
          </a:bodyPr>
          <a:lstStyle/>
          <a:p>
            <a:r>
              <a:rPr lang="en-GB" sz="1700"/>
              <a:t> Refactored code into a Student class.</a:t>
            </a:r>
          </a:p>
          <a:p>
            <a:r>
              <a:rPr lang="en-GB" sz="1700"/>
              <a:t> Implemented methods like calculate_average().</a:t>
            </a:r>
          </a:p>
          <a:p>
            <a:r>
              <a:rPr lang="en-GB" sz="1700"/>
              <a:t> Gained experience in modular and reusable programming.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CF52A7B-DB2D-8F0C-1455-AB2B4AE58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1902870"/>
            <a:ext cx="4298443" cy="352256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de-DE" sz="3100"/>
              <a:t>Mini Project Checkpoint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/>
          </a:bodyPr>
          <a:lstStyle/>
          <a:p>
            <a:r>
              <a:rPr lang="en-GB" sz="1600"/>
              <a:t> Combined all skills into a grade analysis project.</a:t>
            </a:r>
          </a:p>
          <a:p>
            <a:r>
              <a:rPr lang="en-GB" sz="1600"/>
              <a:t>Processed CSV data and generated output.csv.</a:t>
            </a:r>
          </a:p>
          <a:p>
            <a:r>
              <a:rPr lang="en-GB" sz="1600"/>
              <a:t>Completed first standalone Python project successfully.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24AAF4-7BDF-038A-1517-61FEB7CB5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934" y="2031101"/>
            <a:ext cx="4635883" cy="37305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de-DE" sz="2800"/>
              <a:t>Summary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A77DCAE8-256B-1950-03D0-FF7FAADC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026" r="22596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083287" cy="3591207"/>
          </a:xfrm>
        </p:spPr>
        <p:txBody>
          <a:bodyPr>
            <a:normAutofit/>
          </a:bodyPr>
          <a:lstStyle/>
          <a:p>
            <a:r>
              <a:rPr lang="en-GB" sz="1700"/>
              <a:t> Practiced debugging, Python basics, data handling, and OOP.</a:t>
            </a:r>
          </a:p>
          <a:p>
            <a:r>
              <a:rPr lang="en-GB" sz="1700"/>
              <a:t> Created a working mini project integrating all concepts.</a:t>
            </a:r>
          </a:p>
          <a:p>
            <a:r>
              <a:rPr lang="en-GB" sz="1700"/>
              <a:t> Built a solid foundation for advanced Python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207</Words>
  <Application>Microsoft Office PowerPoint</Application>
  <PresentationFormat>On-screen Show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Weekly Python Practice Summary</vt:lpstr>
      <vt:lpstr>Debugging &amp; Configuration</vt:lpstr>
      <vt:lpstr>Python Basics</vt:lpstr>
      <vt:lpstr>NumPy &amp; Pandas</vt:lpstr>
      <vt:lpstr>Practical OOP (Functions &amp; Classes)</vt:lpstr>
      <vt:lpstr>Mini Project Checkpoint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Musharaf Habib</cp:lastModifiedBy>
  <cp:revision>3</cp:revision>
  <dcterms:created xsi:type="dcterms:W3CDTF">2013-01-27T09:14:16Z</dcterms:created>
  <dcterms:modified xsi:type="dcterms:W3CDTF">2025-11-10T16:38:56Z</dcterms:modified>
  <cp:category/>
</cp:coreProperties>
</file>